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共享资料评审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用于真实内容预览与交互验收。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PPTX_SECOND_SLIDE_UNIQUE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用于真实内容预览与交互验收。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